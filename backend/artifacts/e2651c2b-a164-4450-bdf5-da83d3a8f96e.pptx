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3C5E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P-102 is a high-criticality centrifugal process pump serving crude transfer in CDU-4.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3C5E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Multiple inspection records from 2024, 2025, and 2026 indicate high criticality and multiple concerns.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3C5E"/>
                </a:solidFill>
              </a:defRPr>
            </a:pPr>
            <a:r>
              <a:t>Historical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Inspection records from 2024, 2025, and 2026 show consistent high criticality and multiple concerns.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3C5E"/>
                </a:solidFill>
              </a:defRPr>
            </a:pPr>
            <a:r>
              <a:t>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High criticality and multiple concerns in inspection records suggest potential risks to operational integrity.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3C5E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Complete engineering review, verify PT-102, review alignment/hydraulics, confirm corrosion location, and define follow-up inspection scope.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3C5E"/>
                </a:solidFill>
              </a:defRPr>
            </a:pPr>
            <a:r>
              <a:t>Decision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Decision required to prioritize and implement recommended actions to ensure operational integrity.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A3C5E"/>
                </a:solidFill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Inspection reports from 2024, 2025, and 2026, vendor technical report, and mechanical integrity manual.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