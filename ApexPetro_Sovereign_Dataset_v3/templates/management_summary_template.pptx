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[Decision context]</a:t>
            </a:r>
          </a:p>
          <a:p>
            <a:r>
              <a:t>[Current status]</a:t>
            </a:r>
          </a:p>
          <a:p>
            <a:r>
              <a:t>[Risk]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[Evidence-backed findings]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[Chart/table]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[Risk rationale]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[Advisory recommendation]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[Human decision]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[Source IDs and revisions]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